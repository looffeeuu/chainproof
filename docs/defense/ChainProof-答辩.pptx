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【建议时长】0:10
「大家好，我们是 ChainProof 组，作品是基于 Hyperledger Fabric 的团队成果与贡献可信存证平台。」介绍三位成员分工。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【建议时长】0:30
从大家都经历过的小组作业讲起：贡献争议的根源是缺乏「多方认可、不可单方修改、能和文件绑定」的过程记录。现有工具各缺一块，联盟链正好适合多方共同认可的记录。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强调实用价值：凡是多人协作、需要事后说明贡献的场合都能用。外部验证者不需要账号，这是证明能「拿出去用」的关键。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【主讲】杨宇　【建议时长】0:25
用五步讲清产品怎么用，第 3 步「其他成员核验并确认」是和普通存证系统最大的不同，后面技术部分会展开。讲完交给黄铭谦。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【建议时长】0:30
前端不直接接触 Fabric，所有链上操作经后端 Fabric Gateway 提交。设计思路的核心是右侧的边界：只把需要多方认可的证据上链。课程环境用官方 test-network，真实场景中不同组织可代表团队、学院、评审机构。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哈希只针对原始字节流，文件名、修改时间、multipart 编码都不参与。现场演示会拖入一个改过一个字节的文件。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左边：开发中发现过「提交者给自己写 100% 再自己确认」的漏洞，第 4 周改为非提交者独立确认，并写进链码——绕过网页直接调 Fabric 也跳不过去。右边：背书节点必须得到相同读写集，所以不用浮点数和本地化排序。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【主讲】黄铭谦　【建议时长】0:25
对应评分「创新性」。第 1 点是全项目最核心的设计，可以多停一秒。讲完交给全书阅进入演示。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【建议时长】0:10
对应评分「美观性」，一句带过即可，马上切到浏览器现场演示。截图来自 Mock 模式，现场与视频均为真实 Fabric 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【建议时长】2:45（现场演示）
切到浏览器，按 docs/DEMO_SCRIPT.md 第 2 节执行。现场故障时改放讲解视频第 3 部分。演示结束切回第 11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【建议时长】0:15
对应评分「完整性」：用数字说明不是只做了界面。分工一句带过。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【建议时长】0:25
左边讲收获，右边主动讲局限：「后端能否冒充成员」是最可能被问到的问题，先在这里给出答案和改进方案。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【主讲】全书阅　【建议时长】0:05
进入 3 分钟提问，常见问题见 Issue #36。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区块链技术应用实践 · 课程大作业　|　ChainProof 组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Hyperledger Fabric 的团队成果与贡献可信存证平台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703320"/>
            <a:ext cx="201168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31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后端 / 集成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前端 / 产品
</a:t>
            </a:r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</a:t>
            </a:r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区块链 / 智能合约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11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团队项目里，最难说清的是「谁做了什么」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谁做了什么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贡献比例常在结束时凭回忆协商，缺少过程证据。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什么时候完成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4904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文件反复修改，很难证明某版本何时已存在。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会不会被改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贡献表、聊天记录都可能被一方事后修改。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45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外人怎么信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3268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老师、评委拿到说明，也无法独立核实。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703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现有工具都只解决了一部分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1148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提交记录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只覆盖代码，历史可改写，不表达他人是否认可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3484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1148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共享文档 / 表格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管理员单方可改，不与成果文件绑定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114800"/>
            <a:ext cx="3200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纸面签字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无法与具体文件绑定，外人难以核验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212080"/>
            <a:ext cx="10927080" cy="960120"/>
          </a:xfrm>
          <a:prstGeom prst="roundRect">
            <a:avLst>
              <a:gd name="adj" fmla="val 7619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52120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我们的目标：</a:t>
            </a:r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把「成果文件 + 贡献比例 + 其他成员的确认」整体存证到联盟链，并生成任何人都能公开核验的贡献证明。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应用场景与用户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3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课程小组作业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每个阶段提交一次里程碑，结课按链上确认结果给出贡献比例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组内打分有依据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 / 创新项目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4904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记录方案、代码、报告和分工，评奖时出示贡献证明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评委快速核实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科研课题合作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3796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数据集、实验结果、论文草稿按版本存证，提前确认贡献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减少署名争议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1554480"/>
            <a:ext cx="25603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16916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 / 求职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326880" y="2194560"/>
            <a:ext cx="2148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把贡献证明附在简历里，对方点开即可核验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35204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用人单位可独立核验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三类用户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66344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项目负责人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创建项目、登记成员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466344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提交成果与比例；核验原文件后确认或拒绝；签发自己的证明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8160" y="466344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66344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外部验证者
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老师、评委、用人单位：无需登录，凭编号核验证明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· 研发意义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产品方案：一个项目的使用过程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4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5156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创建项目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登记成员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6148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9184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7180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6324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提交里程碑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上传成果文件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声明贡献比例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0176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3212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其他成员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21208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4924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0352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下载原文件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本地核对哈希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确认或拒绝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4204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7240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45236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54380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变为「已验证」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计入统计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482328" y="3337560"/>
            <a:ext cx="192024" cy="0"/>
          </a:xfrm>
          <a:prstGeom prst="line">
            <a:avLst/>
          </a:prstGeom>
          <a:noFill/>
          <a:ln w="19050">
            <a:solidFill>
              <a:srgbClr val="3438C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12680" y="16916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2680" y="1691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 → 外部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92640" y="224028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29800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25146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签发贡献证明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凭编号公开验证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10927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4892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浏览器即可使用，无需安装；九个页面覆盖概览、项目、提交、确认、证书与公开验证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每一步状态变化都是一笔 Fabric 交易，页面上直接展示对应的 txId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系统架构与链上 / 链下边界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5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Vue 3 + Vite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 · 浏览器本地 SHA-256 · 演示身份切换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931920" y="242316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06908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 / JSON + multipart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4320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Node.js 22 + Express 5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参数校验 · 服务端 SHA-256 复算 · 成员鉴权 · 链下文件托管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931920" y="361188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069080" y="3611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Gateway SDK（gRPC + TLS）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3192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· Hyperledger Fabric 2.5.16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Org1 + Org2 + Orderer · 通道 chainproof · LevelDB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800600"/>
            <a:ext cx="0" cy="32004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1520" y="5120640"/>
            <a:ext cx="6400800" cy="868680"/>
          </a:xfrm>
          <a:prstGeom prst="roundRect">
            <a:avLst>
              <a:gd name="adj" fmla="val 8421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120640"/>
            <a:ext cx="6126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智能合约 · ChainProofContract（JavaScript）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个事务函数：项目 · 里程碑 · 确认 · 统计 · 证书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498080" y="1554480"/>
            <a:ext cx="4160520" cy="2331720"/>
          </a:xfrm>
          <a:prstGeom prst="roundRect">
            <a:avLst>
              <a:gd name="adj" fmla="val 3137"/>
            </a:avLst>
          </a:prstGeom>
          <a:solidFill>
            <a:srgbClr val="E6E8FB"/>
          </a:solidFill>
          <a:ln w="12700">
            <a:solidFill>
              <a:srgbClr val="E6E8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26680" y="16459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链上：需要多方认可、不可篡改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26680" y="2103120"/>
            <a:ext cx="3749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项目与成员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SHA-256 与贡献比例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每位成员的确认结果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状态、证书与交易 txId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98080" y="406908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26680" y="4160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链下：可替换的应用数据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726680" y="45720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原始成果文件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界面偏好、演示身份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98080" y="55778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原文件不上链：避免账本膨胀和内容外泄，哈希足以证明文件身份。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核心机制一：双算 SHA-256 + 本地核验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6 /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浏览器选中文件后先在本地算 SHA-256 并展示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上传原始字节，后端独立复算；不一致返回 FILE_HASH_MISMATCH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链上哈希以服务端结果为准，原文件留在链下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确认人「下载原文件 → 拖入核对框」，在浏览器本地重算比对，文件不再上传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只改一个字节，哈希就完全不同</a:t>
            </a:r>
            <a:endParaRPr lang="en-US" sz="1600" dirty="0"/>
          </a:p>
        </p:txBody>
      </p:sp>
      <p:pic>
        <p:nvPicPr>
          <p:cNvPr id="7" name="Image 0" descr="docs/defense/screenshots/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45920"/>
            <a:ext cx="5760720" cy="36004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0" y="1645920"/>
            <a:ext cx="5760720" cy="36004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核心机制二：独立确认 + 确定性统计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7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54480"/>
            <a:ext cx="55778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459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独立成员确认（链码强制）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25146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51460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23360" y="21031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2103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29718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REJECTED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2514600" y="2331720"/>
            <a:ext cx="1463040" cy="274320"/>
          </a:xfrm>
          <a:prstGeom prst="line">
            <a:avLst/>
          </a:prstGeom>
          <a:noFill/>
          <a:ln w="19050">
            <a:solidFill>
              <a:srgbClr val="15803D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14600" y="2788920"/>
            <a:ext cx="1463040" cy="3657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743200" y="21031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80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全员确认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任一拒绝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36576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禁止自证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36576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提交者不能确认自己的里程碑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2245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确认人快照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23160" y="4224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创建时锁定「除提交者外的全部成员」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479145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一人一票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791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表态后不能撤回或改票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535838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与比例无关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23160" y="53583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0% 的成员同样要核对别人的贡献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37960" y="1554480"/>
            <a:ext cx="51206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64592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66560" y="205740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只统计已验证里程碑、每条等权；全程整数 div / mod + 最大余数法，余数相同按 memberId 字节序。所有背书节点结果一致，总和严格 100%。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200400"/>
          <a:ext cx="4663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成员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比例和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÷ 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余数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7556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结果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alice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bob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charlie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38C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6766560" y="498348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 + 33 + 23 = 99，剩 1 个百分点；余数相同，按字节序给 alice。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· 技术与架构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8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664208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64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「他人确认」才算数，并由链码强制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提交者不能自证；确认人是除提交者外全部成员的快照。绕过 Web 界面直接调用 Fabric 也跳不过这条规则。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2615184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6151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459736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确认的是「这一份文件」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前后端双算 SHA-256；确认人下载原文件在浏览器本地核验，改一个字节即可发现。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410712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确定性的贡献统计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 + 最大余数法 + 字节序排序，节点、后端、前端结果完全一致，总和严格 100%。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4517136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171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361688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无需登录的公开验证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贡献证明可直接交给老师、评委、用人单位，凭编号独立核验；伪造编号返回 NOT_FOUND。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5468112"/>
            <a:ext cx="548640" cy="548640"/>
          </a:xfrm>
          <a:prstGeom prst="ellipse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68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5312664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链上只存证据，不存内容
</a:t>
            </a:r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只上链哈希、比例与确认结果，原文件留在链下，兼顾可信与隐私。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9 / 13</a:t>
            </a:r>
            <a:endParaRPr lang="en-US" sz="1000" dirty="0"/>
          </a:p>
        </p:txBody>
      </p:sp>
      <p:pic>
        <p:nvPicPr>
          <p:cNvPr id="6" name="Image 0" descr="docs/defense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11880" cy="225742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1520" y="1508760"/>
            <a:ext cx="3611880" cy="225742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" y="3272409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3272409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</a:t>
            </a:r>
            <a:endParaRPr lang="en-US" sz="1300" dirty="0"/>
          </a:p>
        </p:txBody>
      </p:sp>
      <p:pic>
        <p:nvPicPr>
          <p:cNvPr id="10" name="Image 1" descr="docs/defense/screenshots/proj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508760"/>
            <a:ext cx="3611880" cy="225742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26280" y="1508760"/>
            <a:ext cx="3611880" cy="225742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36008" y="3272409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36008" y="3272409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项目详情</a:t>
            </a:r>
            <a:endParaRPr lang="en-US" sz="1300" dirty="0"/>
          </a:p>
        </p:txBody>
      </p:sp>
      <p:pic>
        <p:nvPicPr>
          <p:cNvPr id="14" name="Image 2" descr="docs/defense/screenshots/certific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3611880" cy="225742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31520" y="3931920"/>
            <a:ext cx="3611880" cy="225742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41248" y="5695569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41248" y="5695569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贡献证书</a:t>
            </a:r>
            <a:endParaRPr lang="en-US" sz="1300" dirty="0"/>
          </a:p>
        </p:txBody>
      </p:sp>
      <p:pic>
        <p:nvPicPr>
          <p:cNvPr id="18" name="Image 3" descr="docs/defense/screenshots/verif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3931920"/>
            <a:ext cx="3611880" cy="225742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526280" y="3931920"/>
            <a:ext cx="3611880" cy="225742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36008" y="5695569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636008" y="5695569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公开验证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458200" y="1508760"/>
            <a:ext cx="3200400" cy="46634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641080" y="1691640"/>
            <a:ext cx="288036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统一的设计令牌与组件库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 / 暗两套主题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1280 以下响应式布局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错误逐块降级，不整页白屏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组前端自检保证对比度、文案与交互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· 功能演示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 · 核心闭环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10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600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提交里程碑：浏览器本地算出 SHA-256，后端复算后写链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2860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提交者本人没有确认按钮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0632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40280" y="29718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下载原文件 → 本地核验一致；改过的文件不一致 → 确认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charlie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40280" y="36576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确认 → 链上已验证，出现新的 txId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348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3434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签发贡献证明 → 公开验证「证书有效」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206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E6E8FB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12064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40280" y="5029200"/>
            <a:ext cx="9418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伪造编号 → NOT_FOUND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全程真实 Fabric 网络，不手工修改账本。完整流程与异常场景见讲解视频。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质量保障与团队协作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11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链码单元测试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2044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后端单元测试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53796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组前端自检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150876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55448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326880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 CI 流水线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29260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Fabric 冒烟、前后端契约检查、Demo 一键重置全部通过；仓库无私钥、证书和 .env 入库。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全书阅（组长）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/ 集成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6012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Express API 与 Gateway 集成、双 SHA-256 与鉴权、联调与 CI、任务拆分与 Review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3484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杨宇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/ 产品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66344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个页面与组件库、主题与响应式、15 组自检、原文件下载与本地核验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3520440"/>
            <a:ext cx="3474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36118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黄铭谦
</a:t>
            </a:r>
            <a:pPr indent="0" marL="0">
              <a:buNone/>
            </a:pPr>
            <a:r>
              <a:rPr lang="en-US" sz="130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 / 智能合约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66760" y="43891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Fabric 网络部署、核心链码与状态机、128 项合约测试、Demo 种子脚本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 → Mock 并行开发 → 测试驱动 → 联调对齐；每个 PR 交叉 Review 并通过 CI 才合并，贡献可在 GitHub 逐条追溯。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38C8"/>
          </a:solidFill>
          <a:ln w="12700">
            <a:solidFill>
              <a:srgbClr val="3438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· 总结与思考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总结与思考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961120" y="6400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· 12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48640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收获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0574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区块链的价值是「多方共同认可的记录」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只把证据上链，不把它当存储。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0632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规则必须落在链码里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前端隐藏按钮、后端校验都不够，信任边界在背书节点。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069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确定性是联盟链合约的硬约束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整数运算与字节序，让所有节点读写集一致。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工程化让三个人并行
</a:t>
            </a:r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契约先行、Mock 并行，每一步都有 Issue、PR、CI 留痕。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5087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002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3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局限与后期改进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20574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演示身份无真实登录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Fabric CA 为每人签发身份，链码识别调用者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交易都由后端同一用户提交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成员 / 学院 / 评审各为独立组织，多组织背书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406908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原文件只存后端本地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对象存储或 IPFS，链上保留内容寻址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50749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拒绝后无法修改重提
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基于原里程碑提交新版本，保留版本链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438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E2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— 让每一份贡献都能被独立核验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ChainProof 组：全书阅　杨宇　黄铭谦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166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A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github.com/Looffeeuu/ChainProof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ChainProof 答辩</dc:title>
  <dc:subject>PptxGenJS Presentation</dc:subject>
  <dc:creator>PptxGenJS</dc:creator>
  <cp:lastModifiedBy>PptxGenJS</cp:lastModifiedBy>
  <cp:revision>1</cp:revision>
  <dcterms:created xsi:type="dcterms:W3CDTF">2026-10-18T16:07:18Z</dcterms:created>
  <dcterms:modified xsi:type="dcterms:W3CDTF">2026-10-18T16:07:18Z</dcterms:modified>
</cp:coreProperties>
</file>