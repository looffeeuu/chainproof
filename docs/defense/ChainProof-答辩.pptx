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 15 秒：介绍项目名称和三位成员分工。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从大家都经历过的小组作业讲起：贡献争议的根源是缺乏「多方认可且不可改」的过程记录。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对比现有方案：没有一种同时满足「不可单方篡改 + 他人确认 + 与文件绑定 + 外部可验」。联盟链恰好适合多方共同认可的记录。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前端不直接接触 Fabric，所有链上操作都经后端的 Fabric Gateway 提交。课程环境用官方 test-network，真实场景中不同组织可代表团队、学院、评审机构。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强调哈希只针对原始字节流，文件名、修改时间、multipart 编码都不参与。演示时会现场拖入一个被改过一个字节的文件。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这里讲开发中修复的漏洞：最初规则是「全部 contributor 确认即 VERIFIED」，一个人能写自己 100% 并自己确认。第 4 周改为非提交者独立确认，并写进链码——绕过前端和后端直接调 Fabric 也跳不过去。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切到浏览器，按 docs/DEMO_SCRIPT.md 第 2 节执行。现场故障时改放演示视频。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438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区块链技术应用实践 · 课程大作业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28346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Hyperledger Fabric 的团队成果与贡献可信存证平台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3840480"/>
            <a:ext cx="201168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11480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E0E2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前端 / 产品　（姓名）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E0E2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区块链 / 智能合约　（姓名）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E0E2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后端 / 集成　（姓名）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760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11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2 / 18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645920"/>
            <a:ext cx="1005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011680" y="164592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项目动机
</a:t>
            </a:r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团队协作中的贡献争议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1645920"/>
            <a:ext cx="1005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589520" y="164592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
</a:t>
            </a:r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链上 / 链下边界与技术栈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31520" y="310896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108960"/>
            <a:ext cx="1005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2011680" y="310896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核心功能
</a:t>
            </a:r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双算哈希 · 独立确认 · 贡献统计 · 证明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09360" y="310896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3108960"/>
            <a:ext cx="1005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7589520" y="310896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
</a:t>
            </a:r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分钟完整闭环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31520" y="457200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572000"/>
            <a:ext cx="1005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2011680" y="457200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工程与分工
</a:t>
            </a:r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测试、CI 与 Issue / PR 协作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09360" y="457200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4572000"/>
            <a:ext cx="1005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7589520" y="457200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总结与思考
</a:t>
            </a:r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收获、局限与改进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项目动机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团队项目里，最难说清的是「谁做了什么」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3 / 18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2560320" cy="26517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8745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2377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谁做了什么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60120" y="288036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贡献比例常在结束时凭回忆协商，缺少过程证据。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520440" y="1737360"/>
            <a:ext cx="2560320" cy="26517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0" y="18745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49040" y="2377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什么时候完成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749040" y="288036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文件反复修改，很难证明某个版本在某个时间点已经存在。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1737360"/>
            <a:ext cx="2560320" cy="26517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8745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537960" y="2377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会不会被改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537960" y="288036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贡献表、聊天记录、共享文档都可能被一方事后修改。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098280" y="1737360"/>
            <a:ext cx="2560320" cy="26517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18745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326880" y="2377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外人怎么信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326880" y="288036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老师、评委拿到一份贡献说明，无法独立核实。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31520" y="4754880"/>
            <a:ext cx="10927080" cy="1280160"/>
          </a:xfrm>
          <a:prstGeom prst="roundRect">
            <a:avLst>
              <a:gd name="adj" fmla="val 5714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75488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我们的目标：</a:t>
            </a:r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把「成果文件 + 贡献比例 + 其他成员的确认」作为一个整体存证到联盟链上，并生成任何人都能公开核验的贡献证明。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项目动机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为什么不用现成的工具？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4 / 18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03120"/>
                <a:gridCol w="2103120"/>
                <a:gridCol w="2011680"/>
                <a:gridCol w="228600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Git 提交记录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共享文档 / 表格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纸面签字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ChainProof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覆盖所有成果类型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91C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仅代码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580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580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580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任意文件哈希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记录不可单方篡改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91C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可改写历史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91C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管理员可改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580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580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多节点背书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他人确认贡献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91C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91C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580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580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链码强制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与成果文件绑定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580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91C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91C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580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SHA-256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外部可独立核验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91C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需仓库权限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91C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91C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580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公开验证页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5 / 18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65836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54480"/>
            <a:ext cx="6309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 · Vue 3 + Vite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个页面 · 本地 SHA-256 · 演示身份切换（X-Member-Id）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023360" y="2423160"/>
            <a:ext cx="0" cy="3200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160520" y="2423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 / JSON + multipart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743200"/>
            <a:ext cx="65836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743200"/>
            <a:ext cx="6309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Express 后端 · Node.js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参数校验 · 服务端 SHA-256 复算 · 成员鉴权 · 错误映射 · 链下文件托管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023360" y="3611880"/>
            <a:ext cx="0" cy="3200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160520" y="3611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Fabric Gateway SDK（gRPC + TLS）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931920"/>
            <a:ext cx="65836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931920"/>
            <a:ext cx="6309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Hyperledger Fabric 2.5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test-network：Org1 + Org2 + Orderer · 通道 chainproof · LevelDB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023360" y="4800600"/>
            <a:ext cx="0" cy="3200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31520" y="5120640"/>
            <a:ext cx="6583680" cy="868680"/>
          </a:xfrm>
          <a:prstGeom prst="roundRect">
            <a:avLst>
              <a:gd name="adj" fmla="val 8421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120640"/>
            <a:ext cx="6309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ChainProofContract（JavaScript 链码）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个事务函数：项目 · 里程碑 · 确认 · 统计 · 证书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772400" y="1554480"/>
            <a:ext cx="3840480" cy="443484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0" y="1691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046720" y="2148840"/>
            <a:ext cx="3474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　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Vue 3 · Vite · Vue Router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　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Node.js 22 · Express 5 · multer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　　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Fabric 2.5.16
　　　fabric-contract-api 2.5.8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　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Issue / PR / Review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　三条 GitHub Actions CI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　WSL2 + Docker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只把「需要多方认可、不可篡改」的数据上链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6 / 18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5349240" cy="3840480"/>
          </a:xfrm>
          <a:prstGeom prst="roundRect">
            <a:avLst>
              <a:gd name="adj" fmla="val 1905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783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链上 · Fabric 账本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05840" y="233172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项目与成员列表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里程碑与文件 SHA-256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贡献比例声明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每位成员的确认 / 拒绝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里程碑状态与关键交易 txId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贡献证明记录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55080" y="1645920"/>
            <a:ext cx="534924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1783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链下 · 后端存储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233172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原始成果文件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界面偏好、演示身份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前端缓存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5669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原文件不上链：避免账本膨胀和内容外泄；链上哈希足以证明「这份文件就是当时被确认的那一份」。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核心业务闭环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7 / 18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8288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196596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创建项目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登记成员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154680" y="2468880"/>
            <a:ext cx="365760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566160" y="173736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3320" y="18288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66160" y="196596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提交里程碑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上传成果文件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89320" y="2468880"/>
            <a:ext cx="365760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00800" y="173736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8288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196596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前后端双算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SHA-256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823960" y="2468880"/>
            <a:ext cx="365760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235440" y="173736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72600" y="18288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235440" y="196596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声明贡献比例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（整数，和为 100）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31520" y="384048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9319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" y="406908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非提交者成员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独立确认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154680" y="4572000"/>
            <a:ext cx="365760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566160" y="384048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03320" y="39319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66160" y="406908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全员确认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VERIFIED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989320" y="4572000"/>
            <a:ext cx="365760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400800" y="384048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37960" y="39319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0" y="406908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时间线与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贡献统计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823960" y="4572000"/>
            <a:ext cx="365760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235440" y="384048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72600" y="39319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235440" y="406908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签发证明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公开验证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10515600" y="3246120"/>
            <a:ext cx="0" cy="27432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920240" y="3520440"/>
            <a:ext cx="8595360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920240" y="3520440"/>
            <a:ext cx="0" cy="32004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73152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每一步状态变化都是一笔 Fabric 交易，前端展示对应的 txId。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机制一：前后端双算 SHA-256 + 本地核验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8 / 18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浏览器选中文件后，先在本地计算 SHA-256 并展示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上传原始字节 + clientFileHash；后端独立复算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两端一致才写链，否则返回 FILE_HASH_MISMATCH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链上哈希以服务端结果为准，原文件留在链下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确认人「下载原文件 → 拖入核对框」，在浏览器本地重算比对，文件不再上传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只改一个字节，哈希就完全不同</a:t>
            </a:r>
            <a:endParaRPr lang="en-US" sz="1600" dirty="0"/>
          </a:p>
        </p:txBody>
      </p:sp>
      <p:pic>
        <p:nvPicPr>
          <p:cNvPr id="7" name="Image 0" descr="/home/qsy/ChainProof/docs/defense/screenshots/confi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645920"/>
            <a:ext cx="5760720" cy="36004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0" y="1645920"/>
            <a:ext cx="5760720" cy="36004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机制二：独立成员确认（链码强制）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9 / 18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2194560"/>
            <a:ext cx="3017520" cy="38404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9456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PENDING_CONFIRMATION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120640" y="155448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155448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VERIFIED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120640" y="28346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283464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REJECTED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 flipV="1">
            <a:off x="3886200" y="1783080"/>
            <a:ext cx="1188720" cy="502920"/>
          </a:xfrm>
          <a:prstGeom prst="line">
            <a:avLst/>
          </a:prstGeom>
          <a:noFill/>
          <a:ln w="19050">
            <a:solidFill>
              <a:srgbClr val="15803D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886200" y="2468880"/>
            <a:ext cx="1188720" cy="54864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3291840" y="1325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全部确认人 CONFIRMED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91840" y="3063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任意一人 REJECTED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406640" y="2103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关闭状态，不再接受表态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37947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确认人快照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743200" y="3794760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创建时保存「除提交者外的全部成员」为 requiredConfirmerIds，按字节序排序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2960" y="4416552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禁止自证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43200" y="4416552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提交者不能确认自己的里程碑 → SUBMITTER_CANNOT_CONFIRM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2960" y="5038344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一人一票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743200" y="5038344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表态后不能撤回或改票 → ALREADY_DECIDED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5660136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与比例无关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2743200" y="5660136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0% 的成员同样是确认人：他核对的是别人的贡献是否属实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机制三：确定性的贡献统计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10 / 18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51206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只统计 VERIFIED 里程碑，每条等权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全程整数 div / mod，不用浮点数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最大余数法分配剩余百分点，总和严格 100%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余数相同按 memberId 的 UTF-8 字节序，不用本地化排序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原因：多个背书节点必须得到完全相同的读写集，否则交易无法通过背书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48640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7830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示例：3 条已验证里程碑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2331720"/>
          <a:ext cx="49377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05840"/>
                <a:gridCol w="91440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成员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比例之和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÷ 3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余数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结果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alice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130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43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38C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44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bob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38C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charlie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38C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492240" y="416052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 + 33 + 23 = 99，剩 1 个百分点；三人余数相同，按字节序给 alice → 44 / 33 / 23，总和 100。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机制四：贡献证明与公开验证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11 / 18</a:t>
            </a:r>
            <a:endParaRPr lang="en-US" sz="1000" dirty="0"/>
          </a:p>
        </p:txBody>
      </p:sp>
      <p:pic>
        <p:nvPicPr>
          <p:cNvPr id="6" name="Image 0" descr="/home/qsy/ChainProof/docs/defense/screenshots/certific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00200"/>
            <a:ext cx="5394960" cy="337185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1600200"/>
            <a:ext cx="5394960" cy="33718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8" name="Image 1" descr="/home/qsy/ChainProof/docs/defense/screenshots/verif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00200"/>
            <a:ext cx="5394960" cy="337185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355080" y="1600200"/>
            <a:ext cx="5394960" cy="33718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120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累计比例 &gt; 0 才能签发 · 同一成员同一项目只签发一次 · 证书引用参与的里程碑和链上 txId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31520" y="55321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公开验证页无需登录：存在的证书返回 VALID，伪造编号返回 NOT_FOUND；非成员下载原文件返回 403。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界面一览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12 / 18</a:t>
            </a:r>
            <a:endParaRPr lang="en-US" sz="1000" dirty="0"/>
          </a:p>
        </p:txBody>
      </p:sp>
      <p:pic>
        <p:nvPicPr>
          <p:cNvPr id="6" name="Image 0" descr="/home/qsy/ChainProof/docs/defense/screensho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00200"/>
            <a:ext cx="5394960" cy="337185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1600200"/>
            <a:ext cx="5394960" cy="33718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8" name="Image 1" descr="/home/qsy/ChainProof/docs/defense/screenshots/proj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00200"/>
            <a:ext cx="5394960" cy="337185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355080" y="1600200"/>
            <a:ext cx="5394960" cy="33718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0292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概览：项目、已验证里程碑、我的证明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355080" y="50292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项目详情：累计贡献、存证概况、里程碑时间线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731520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支持亮 / 暗两套主题与 1280 以下的响应式布局。截图来自 Mock 模式，现场使用真实 Fabric 演示。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现场演示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 · 7 分钟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13 / 18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673352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73352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40280" y="1600200"/>
            <a:ext cx="9418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浏览概览与 P001 的时间线、贡献面板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2295144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95144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40280" y="2221992"/>
            <a:ext cx="9418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创建项目 → 提交里程碑，展示本地 SHA-256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2916936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916936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240280" y="2843784"/>
            <a:ext cx="9418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提交者本人没有确认按钮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22960" y="3538728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538728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240280" y="3465576"/>
            <a:ext cx="9418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下载原文件 → 本地核验一致；改过的文件不一致 → 确认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22960" y="416052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16052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charlie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40280" y="4087368"/>
            <a:ext cx="9418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确认 → 链上已验证，出现新 txId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22960" y="4782312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782312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240280" y="4709160"/>
            <a:ext cx="9418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签发贡献证明 → 公开验证 VALID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822960" y="5404104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5404104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240280" y="5330952"/>
            <a:ext cx="9418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 伪造编号 NOT_FOUND；非成员无法下载；0% 无法签发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全部操作走真实 Fabric 网络，不手工修改账本；演示前用 npm run demo:reset 一键重建账本并写入演示数据。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工程与分工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14 / 18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7373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960120" y="26060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链码单元测试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3017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Jest · 4 个套件全部通过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20440" y="164592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0" y="17373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3749040" y="26060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后端单元测试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749040" y="3017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node:test 全部通过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164592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7373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537960" y="26060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组前端自检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37960" y="3017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对比度、契约、降级、浏览器流程…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098280" y="164592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17373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9326880" y="26060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 CI 流水线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326880" y="3017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Backend / Frontend / Chaincode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40690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真实链路冒烟：smoke:projects / smoke:milestones / smoke:week3 在真实 Fabric 上通过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前后端契约：check:contract 对真实后端逐字段校验通过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一键重置：demo:reset 从全新账本重放 3 个项目、6 个里程碑、2 张证书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仓库安全：无私钥、Fabric 证书、.env、上传文件入库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工程与分工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团队分工与协作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15 / 18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600200"/>
            <a:ext cx="3474720" cy="37490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508760" y="17373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/ 产品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@Darioyy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256032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个页面与组件库、Mock 数据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亮 / 暗主题与响应式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组前端自检脚本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原文件下载与本地核验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47548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#13 #16 #20 #29 #30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34840" y="1600200"/>
            <a:ext cx="3474720" cy="37490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212080" y="17373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区块链 / 智能合约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@Hmq901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63440" y="256032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Fabric 网络一键部署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核心链码与确认状态机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 项合约测试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种子脚本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0" y="47548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#10 #12 #17 · #26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1600200"/>
            <a:ext cx="3474720" cy="37490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6676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8915400" y="17373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/ 集成 · 统筹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@Looffeeuu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66760" y="256032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Express API 与 Gateway 集成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 SHA-256、成员鉴权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前后端联调与 CI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Issue 拆分与 Review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366760" y="47548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#8 #9 #21–#23 #28 #31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55321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先冻结 API 契约 → 前端在 Mock 上并行开发 → 链码测试驱动 → 后端打通 → 契约检查与冒烟对齐。共 32 个 Issue / PR，每个 PR 交叉 Review 并通过 CI 才合并。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总结与思考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总结与思考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16 / 18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600200"/>
            <a:ext cx="73152" cy="9144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60020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区块链的价值是「多方共同认可的记录」
</a:t>
            </a:r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只把哈希、比例和确认结果上链，原文件留在链下。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731520" y="2715768"/>
            <a:ext cx="73152" cy="9144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715768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规则必须落在链码里
</a:t>
            </a:r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自我确认漏洞说明：前端隐藏按钮、后端校验都不够，信任边界在背书节点执行的合约中。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31520" y="3831336"/>
            <a:ext cx="73152" cy="9144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831336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确定性是联盟链合约的硬约束
</a:t>
            </a:r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整数运算 + 字节序排序，让所有背书节点得到相同读写集。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31520" y="4946904"/>
            <a:ext cx="73152" cy="9144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946904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工程化让三个人并行
</a:t>
            </a:r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契约先行、Mock 并行、测试驱动，每一步都有 Issue、PR、Review 和 CI 留痕。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总结与思考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局限与后期改进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17 / 18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6126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当前局限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改进思路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8C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演示身份用 X-Member-Id 切换，没有真实登录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接入 Fabric CA 为每位成员签发身份，链码用 clientIdentity 识别调用者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所有交易由后端以同一 Org1 用户提交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成员 / 学院 / 评审机构作为独立组织，多组织背书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原文件只保存在后端本地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对象存储或 IPFS，链上只保留内容寻址 CID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一旦拒绝即终止，无法修改重提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基于原里程碑提交新版本，保留版本链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每条里程碑等权统计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项目创建时约定里程碑权重并上链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单机 test-network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多主机联盟网络部署，加入监控与备份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438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谢谢！欢迎提问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822960" y="3383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0E2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— 让每一份贡献都能被独立核验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5120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C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github.com/Looffeeuu/ChainProof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ChainProof 答辩</dc:title>
  <dc:subject>PptxGenJS Presentation</dc:subject>
  <dc:creator>PptxGenJS</dc:creator>
  <cp:lastModifiedBy>PptxGenJS</cp:lastModifiedBy>
  <cp:revision>1</cp:revision>
  <dcterms:created xsi:type="dcterms:W3CDTF">2026-10-11T15:55:39Z</dcterms:created>
  <dcterms:modified xsi:type="dcterms:W3CDTF">2026-10-11T15:55:39Z</dcterms:modified>
</cp:coreProperties>
</file>